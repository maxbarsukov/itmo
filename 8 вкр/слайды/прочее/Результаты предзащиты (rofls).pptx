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Golos Text"/>
      <p:regular r:id="rId15"/>
      <p:bold r:id="rId16"/>
    </p:embeddedFont>
    <p:embeddedFont>
      <p:font typeface="Golos Text Medium"/>
      <p:regular r:id="rId17"/>
      <p:bold r:id="rId18"/>
    </p:embeddedFont>
    <p:embeddedFont>
      <p:font typeface="Golos Text SemiBol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hMunC3GmF7oD8Y4fZVGlNYVs5Q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losText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GolosText-regular.fntdata"/><Relationship Id="rId14" Type="http://schemas.openxmlformats.org/officeDocument/2006/relationships/slide" Target="slides/slide8.xml"/><Relationship Id="rId17" Type="http://schemas.openxmlformats.org/officeDocument/2006/relationships/font" Target="fonts/GolosTextMedium-regular.fntdata"/><Relationship Id="rId16" Type="http://schemas.openxmlformats.org/officeDocument/2006/relationships/font" Target="fonts/GolosText-bold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GolosTextSemiBold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GolosText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3c2cd4144_0_1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e3c2cd4144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1" name="Google Shape;291;g3e3c2cd4144_0_1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6" name="Google Shape;31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e3c2cd4144_0_3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e3c2cd4144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g3e3c2cd4144_0_38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3c2cd4144_0_4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e3c2cd4144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e3c2cd4144_0_4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e3c3025e3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e3c3025e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g3e3c3025e38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1200"/>
              <a:t>Спасибо за внимание!</a:t>
            </a:r>
            <a:endParaRPr/>
          </a:p>
        </p:txBody>
      </p:sp>
      <p:sp>
        <p:nvSpPr>
          <p:cNvPr id="372" name="Google Shape;372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1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71" name="Google Shape;71;p20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83" name="Google Shape;83;p2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4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4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89" name="Google Shape;89;p24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5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6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6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0" name="Google Shape;100;p26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1" name="Google Shape;101;p2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3" name="Google Shape;103;p26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4" name="Google Shape;104;p26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105" name="Google Shape;105;p26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7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27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0" name="Google Shape;110;p27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11" name="Google Shape;111;p27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2" name="Google Shape;112;p27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8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7" name="Google Shape;117;p28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118" name="Google Shape;118;p28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119" name="Google Shape;119;p28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120" name="Google Shape;120;p28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9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9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9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127" name="Google Shape;127;p29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128" name="Google Shape;128;p29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129" name="Google Shape;129;p29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29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133" name="Google Shape;133;p29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134" name="Google Shape;134;p29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3c2cd4144_0_243"/>
          <p:cNvSpPr txBox="1"/>
          <p:nvPr/>
        </p:nvSpPr>
        <p:spPr>
          <a:xfrm>
            <a:off x="5098416" y="49027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e3c2cd4144_0_243"/>
          <p:cNvSpPr txBox="1"/>
          <p:nvPr/>
        </p:nvSpPr>
        <p:spPr>
          <a:xfrm>
            <a:off x="5910801" y="42723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e3c2cd4144_0_243"/>
          <p:cNvSpPr txBox="1"/>
          <p:nvPr/>
        </p:nvSpPr>
        <p:spPr>
          <a:xfrm>
            <a:off x="5098416" y="49027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e3c2cd4144_0_243"/>
          <p:cNvSpPr txBox="1"/>
          <p:nvPr/>
        </p:nvSpPr>
        <p:spPr>
          <a:xfrm>
            <a:off x="5910801" y="42723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e3c2cd4144_0_243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e3c2cd4144_0_243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1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3c2cd4144_0_250"/>
          <p:cNvSpPr txBox="1"/>
          <p:nvPr>
            <p:ph idx="1" type="body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g3e3c2cd4144_0_25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3c2cd4144_0_253"/>
          <p:cNvSpPr txBox="1"/>
          <p:nvPr>
            <p:ph idx="1" type="body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g3e3c2cd4144_0_253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3c2cd4144_0_256"/>
          <p:cNvSpPr txBox="1"/>
          <p:nvPr>
            <p:ph idx="1" type="body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g3e3c2cd4144_0_25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3c2cd4144_0_259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g3e3c2cd4144_0_259"/>
          <p:cNvSpPr txBox="1"/>
          <p:nvPr>
            <p:ph idx="1" type="body"/>
          </p:nvPr>
        </p:nvSpPr>
        <p:spPr>
          <a:xfrm>
            <a:off x="457200" y="1211943"/>
            <a:ext cx="74676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3c2cd4144_0_262"/>
          <p:cNvSpPr txBox="1"/>
          <p:nvPr>
            <p:ph idx="1" type="body"/>
          </p:nvPr>
        </p:nvSpPr>
        <p:spPr>
          <a:xfrm>
            <a:off x="507999" y="17922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g3e3c2cd4144_0_262"/>
          <p:cNvSpPr txBox="1"/>
          <p:nvPr>
            <p:ph idx="2" type="body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g3e3c2cd4144_0_262"/>
          <p:cNvSpPr txBox="1"/>
          <p:nvPr>
            <p:ph idx="3" type="body"/>
          </p:nvPr>
        </p:nvSpPr>
        <p:spPr>
          <a:xfrm>
            <a:off x="5000171" y="30114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g3e3c2cd4144_0_262"/>
          <p:cNvSpPr txBox="1"/>
          <p:nvPr>
            <p:ph idx="4" type="body"/>
          </p:nvPr>
        </p:nvSpPr>
        <p:spPr>
          <a:xfrm>
            <a:off x="5000171" y="24016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g3e3c2cd4144_0_26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3c2cd4144_0_268"/>
          <p:cNvSpPr/>
          <p:nvPr>
            <p:ph idx="2" type="pic"/>
          </p:nvPr>
        </p:nvSpPr>
        <p:spPr>
          <a:xfrm>
            <a:off x="457200" y="936852"/>
            <a:ext cx="4608600" cy="3842100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167" name="Google Shape;167;g3e3c2cd4144_0_268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3e3c2cd4144_0_268"/>
          <p:cNvSpPr txBox="1"/>
          <p:nvPr>
            <p:ph idx="1" type="body"/>
          </p:nvPr>
        </p:nvSpPr>
        <p:spPr>
          <a:xfrm>
            <a:off x="5508171" y="1153886"/>
            <a:ext cx="2532600" cy="3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3c2cd4144_0_27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g3e3c2cd4144_0_272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3c2cd4144_0_275"/>
          <p:cNvSpPr txBox="1"/>
          <p:nvPr>
            <p:ph idx="1" type="body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g3e3c2cd4144_0_275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3c2cd4144_0_278"/>
          <p:cNvSpPr txBox="1"/>
          <p:nvPr>
            <p:ph idx="1" type="body"/>
          </p:nvPr>
        </p:nvSpPr>
        <p:spPr>
          <a:xfrm>
            <a:off x="507999" y="17922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g3e3c2cd4144_0_278"/>
          <p:cNvSpPr txBox="1"/>
          <p:nvPr>
            <p:ph idx="2" type="body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g3e3c2cd4144_0_27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g3e3c2cd4144_0_278"/>
          <p:cNvSpPr txBox="1"/>
          <p:nvPr>
            <p:ph idx="3" type="body"/>
          </p:nvPr>
        </p:nvSpPr>
        <p:spPr>
          <a:xfrm>
            <a:off x="5000171" y="30114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g3e3c2cd4144_0_278"/>
          <p:cNvSpPr txBox="1"/>
          <p:nvPr>
            <p:ph idx="4" type="body"/>
          </p:nvPr>
        </p:nvSpPr>
        <p:spPr>
          <a:xfrm>
            <a:off x="5000171" y="24016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3c2cd4144_0_284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g3e3c2cd4144_0_284"/>
          <p:cNvSpPr/>
          <p:nvPr>
            <p:ph idx="2" type="pic"/>
          </p:nvPr>
        </p:nvSpPr>
        <p:spPr>
          <a:xfrm>
            <a:off x="457200" y="936852"/>
            <a:ext cx="4608600" cy="3842100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184" name="Google Shape;184;g3e3c2cd4144_0_284"/>
          <p:cNvSpPr txBox="1"/>
          <p:nvPr>
            <p:ph idx="1" type="body"/>
          </p:nvPr>
        </p:nvSpPr>
        <p:spPr>
          <a:xfrm>
            <a:off x="5508171" y="1153886"/>
            <a:ext cx="2532600" cy="3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3c2cd4144_0_28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g3e3c2cd4144_0_288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3c2cd4144_0_291"/>
          <p:cNvSpPr txBox="1"/>
          <p:nvPr>
            <p:ph idx="1" type="body"/>
          </p:nvPr>
        </p:nvSpPr>
        <p:spPr>
          <a:xfrm>
            <a:off x="507999" y="17922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g3e3c2cd4144_0_291"/>
          <p:cNvSpPr txBox="1"/>
          <p:nvPr>
            <p:ph idx="2" type="body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g3e3c2cd4144_0_291"/>
          <p:cNvSpPr txBox="1"/>
          <p:nvPr>
            <p:ph idx="3" type="body"/>
          </p:nvPr>
        </p:nvSpPr>
        <p:spPr>
          <a:xfrm>
            <a:off x="5000171" y="30114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g3e3c2cd4144_0_291"/>
          <p:cNvSpPr txBox="1"/>
          <p:nvPr>
            <p:ph idx="4" type="body"/>
          </p:nvPr>
        </p:nvSpPr>
        <p:spPr>
          <a:xfrm>
            <a:off x="5000171" y="24016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g3e3c2cd4144_0_291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3c2cd4144_0_297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g3e3c2cd4144_0_297"/>
          <p:cNvSpPr/>
          <p:nvPr>
            <p:ph idx="2" type="pic"/>
          </p:nvPr>
        </p:nvSpPr>
        <p:spPr>
          <a:xfrm>
            <a:off x="457200" y="936852"/>
            <a:ext cx="4608600" cy="3842100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197" name="Google Shape;197;g3e3c2cd4144_0_297"/>
          <p:cNvSpPr txBox="1"/>
          <p:nvPr>
            <p:ph idx="1" type="body"/>
          </p:nvPr>
        </p:nvSpPr>
        <p:spPr>
          <a:xfrm>
            <a:off x="5508171" y="1153886"/>
            <a:ext cx="2532600" cy="3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3c2cd4144_0_301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g3e3c2cd4144_0_301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3c2cd4144_0_304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g3e3c2cd4144_0_304"/>
          <p:cNvSpPr txBox="1"/>
          <p:nvPr>
            <p:ph idx="1" type="body"/>
          </p:nvPr>
        </p:nvSpPr>
        <p:spPr>
          <a:xfrm>
            <a:off x="507999" y="17922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g3e3c2cd4144_0_304"/>
          <p:cNvSpPr txBox="1"/>
          <p:nvPr>
            <p:ph idx="2" type="body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g3e3c2cd4144_0_304"/>
          <p:cNvSpPr txBox="1"/>
          <p:nvPr>
            <p:ph idx="3" type="body"/>
          </p:nvPr>
        </p:nvSpPr>
        <p:spPr>
          <a:xfrm>
            <a:off x="5000171" y="30114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g3e3c2cd4144_0_304"/>
          <p:cNvSpPr txBox="1"/>
          <p:nvPr>
            <p:ph idx="4" type="body"/>
          </p:nvPr>
        </p:nvSpPr>
        <p:spPr>
          <a:xfrm>
            <a:off x="5000171" y="24016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3c2cd4144_0_310"/>
          <p:cNvSpPr/>
          <p:nvPr>
            <p:ph idx="2" type="pic"/>
          </p:nvPr>
        </p:nvSpPr>
        <p:spPr>
          <a:xfrm>
            <a:off x="457200" y="936852"/>
            <a:ext cx="4608600" cy="3842100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209" name="Google Shape;209;g3e3c2cd4144_0_31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g3e3c2cd4144_0_310"/>
          <p:cNvSpPr txBox="1"/>
          <p:nvPr>
            <p:ph idx="1" type="body"/>
          </p:nvPr>
        </p:nvSpPr>
        <p:spPr>
          <a:xfrm>
            <a:off x="5508171" y="1153886"/>
            <a:ext cx="2532600" cy="3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3c2cd4144_0_314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g3e3c2cd4144_0_314"/>
          <p:cNvSpPr txBox="1"/>
          <p:nvPr>
            <p:ph idx="1" type="body"/>
          </p:nvPr>
        </p:nvSpPr>
        <p:spPr>
          <a:xfrm>
            <a:off x="3102428" y="943208"/>
            <a:ext cx="5526300" cy="3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g3e3c2cd4144_0_314"/>
          <p:cNvSpPr/>
          <p:nvPr>
            <p:ph idx="2" type="pic"/>
          </p:nvPr>
        </p:nvSpPr>
        <p:spPr>
          <a:xfrm>
            <a:off x="457200" y="943208"/>
            <a:ext cx="25326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215" name="Google Shape;215;g3e3c2cd4144_0_314"/>
          <p:cNvSpPr/>
          <p:nvPr>
            <p:ph idx="3" type="pic"/>
          </p:nvPr>
        </p:nvSpPr>
        <p:spPr>
          <a:xfrm>
            <a:off x="457200" y="2935720"/>
            <a:ext cx="25326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3c2cd4144_0_319"/>
          <p:cNvSpPr txBox="1"/>
          <p:nvPr>
            <p:ph idx="1" type="body"/>
          </p:nvPr>
        </p:nvSpPr>
        <p:spPr>
          <a:xfrm>
            <a:off x="457201" y="1059322"/>
            <a:ext cx="3897000" cy="17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g3e3c2cd4144_0_319"/>
          <p:cNvSpPr txBox="1"/>
          <p:nvPr>
            <p:ph idx="2" type="body"/>
          </p:nvPr>
        </p:nvSpPr>
        <p:spPr>
          <a:xfrm>
            <a:off x="457202" y="3105836"/>
            <a:ext cx="3897000" cy="16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" name="Google Shape;219;g3e3c2cd4144_0_319"/>
          <p:cNvSpPr txBox="1"/>
          <p:nvPr>
            <p:ph idx="3" type="body"/>
          </p:nvPr>
        </p:nvSpPr>
        <p:spPr>
          <a:xfrm>
            <a:off x="4789714" y="1059322"/>
            <a:ext cx="3632100" cy="3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g3e3c2cd4144_0_319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3c2cd4144_0_324"/>
          <p:cNvSpPr txBox="1"/>
          <p:nvPr>
            <p:ph idx="1" type="body"/>
          </p:nvPr>
        </p:nvSpPr>
        <p:spPr>
          <a:xfrm>
            <a:off x="457201" y="2933902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g3e3c2cd4144_0_324"/>
          <p:cNvSpPr txBox="1"/>
          <p:nvPr>
            <p:ph idx="2" type="body"/>
          </p:nvPr>
        </p:nvSpPr>
        <p:spPr>
          <a:xfrm>
            <a:off x="3209454" y="2933902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g3e3c2cd4144_0_324"/>
          <p:cNvSpPr txBox="1"/>
          <p:nvPr>
            <p:ph idx="3" type="body"/>
          </p:nvPr>
        </p:nvSpPr>
        <p:spPr>
          <a:xfrm>
            <a:off x="5969804" y="2933902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" name="Google Shape;225;g3e3c2cd4144_0_324"/>
          <p:cNvSpPr txBox="1"/>
          <p:nvPr>
            <p:ph idx="4" type="body"/>
          </p:nvPr>
        </p:nvSpPr>
        <p:spPr>
          <a:xfrm>
            <a:off x="457200" y="3287828"/>
            <a:ext cx="2589000" cy="1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26" name="Google Shape;226;g3e3c2cd4144_0_324"/>
          <p:cNvSpPr txBox="1"/>
          <p:nvPr>
            <p:ph idx="5" type="body"/>
          </p:nvPr>
        </p:nvSpPr>
        <p:spPr>
          <a:xfrm>
            <a:off x="3207251" y="3299578"/>
            <a:ext cx="2591400" cy="1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27" name="Google Shape;227;g3e3c2cd4144_0_324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g3e3c2cd4144_0_324"/>
          <p:cNvSpPr txBox="1"/>
          <p:nvPr>
            <p:ph idx="6" type="body"/>
          </p:nvPr>
        </p:nvSpPr>
        <p:spPr>
          <a:xfrm>
            <a:off x="5967600" y="3299578"/>
            <a:ext cx="2591400" cy="1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29" name="Google Shape;229;g3e3c2cd4144_0_324"/>
          <p:cNvSpPr/>
          <p:nvPr>
            <p:ph idx="7" type="pic"/>
          </p:nvPr>
        </p:nvSpPr>
        <p:spPr>
          <a:xfrm>
            <a:off x="469081" y="944463"/>
            <a:ext cx="25770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230" name="Google Shape;230;g3e3c2cd4144_0_324"/>
          <p:cNvSpPr/>
          <p:nvPr>
            <p:ph idx="8" type="pic"/>
          </p:nvPr>
        </p:nvSpPr>
        <p:spPr>
          <a:xfrm>
            <a:off x="3221666" y="944462"/>
            <a:ext cx="2577000" cy="1883100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231" name="Google Shape;231;g3e3c2cd4144_0_324"/>
          <p:cNvSpPr/>
          <p:nvPr>
            <p:ph idx="9" type="pic"/>
          </p:nvPr>
        </p:nvSpPr>
        <p:spPr>
          <a:xfrm>
            <a:off x="5980690" y="944463"/>
            <a:ext cx="2577000" cy="1883100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3c2cd4144_0_33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g3e3c2cd4144_0_335"/>
          <p:cNvSpPr txBox="1"/>
          <p:nvPr>
            <p:ph idx="1" type="body"/>
          </p:nvPr>
        </p:nvSpPr>
        <p:spPr>
          <a:xfrm>
            <a:off x="5733143" y="949330"/>
            <a:ext cx="2895600" cy="3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g3e3c2cd4144_0_335"/>
          <p:cNvSpPr/>
          <p:nvPr>
            <p:ph idx="2" type="pic"/>
          </p:nvPr>
        </p:nvSpPr>
        <p:spPr>
          <a:xfrm>
            <a:off x="457200" y="949329"/>
            <a:ext cx="25326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236" name="Google Shape;236;g3e3c2cd4144_0_335"/>
          <p:cNvSpPr/>
          <p:nvPr>
            <p:ph idx="3" type="pic"/>
          </p:nvPr>
        </p:nvSpPr>
        <p:spPr>
          <a:xfrm>
            <a:off x="3095171" y="949328"/>
            <a:ext cx="2532600" cy="1883100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237" name="Google Shape;237;g3e3c2cd4144_0_335"/>
          <p:cNvSpPr/>
          <p:nvPr>
            <p:ph idx="4" type="pic"/>
          </p:nvPr>
        </p:nvSpPr>
        <p:spPr>
          <a:xfrm>
            <a:off x="3095171" y="2962031"/>
            <a:ext cx="25326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238" name="Google Shape;238;g3e3c2cd4144_0_335"/>
          <p:cNvSpPr/>
          <p:nvPr>
            <p:ph idx="5" type="pic"/>
          </p:nvPr>
        </p:nvSpPr>
        <p:spPr>
          <a:xfrm>
            <a:off x="457199" y="2962031"/>
            <a:ext cx="25326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3c2cd4144_0_34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g3e3c2cd4144_0_342"/>
          <p:cNvSpPr txBox="1"/>
          <p:nvPr>
            <p:ph idx="1" type="body"/>
          </p:nvPr>
        </p:nvSpPr>
        <p:spPr>
          <a:xfrm>
            <a:off x="457201" y="963397"/>
            <a:ext cx="25326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" name="Google Shape;242;g3e3c2cd4144_0_342"/>
          <p:cNvSpPr/>
          <p:nvPr>
            <p:ph idx="2" type="pic"/>
          </p:nvPr>
        </p:nvSpPr>
        <p:spPr>
          <a:xfrm>
            <a:off x="3095171" y="963397"/>
            <a:ext cx="25326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243" name="Google Shape;243;g3e3c2cd4144_0_342"/>
          <p:cNvSpPr/>
          <p:nvPr>
            <p:ph idx="3" type="pic"/>
          </p:nvPr>
        </p:nvSpPr>
        <p:spPr>
          <a:xfrm>
            <a:off x="5733141" y="966928"/>
            <a:ext cx="2532600" cy="1883100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244" name="Google Shape;244;g3e3c2cd4144_0_342"/>
          <p:cNvSpPr/>
          <p:nvPr>
            <p:ph idx="4" type="pic"/>
          </p:nvPr>
        </p:nvSpPr>
        <p:spPr>
          <a:xfrm>
            <a:off x="5733141" y="2954042"/>
            <a:ext cx="2532600" cy="1883100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245" name="Google Shape;245;g3e3c2cd4144_0_342"/>
          <p:cNvSpPr/>
          <p:nvPr>
            <p:ph idx="5" type="pic"/>
          </p:nvPr>
        </p:nvSpPr>
        <p:spPr>
          <a:xfrm>
            <a:off x="3095171" y="2960314"/>
            <a:ext cx="2532600" cy="1883100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246" name="Google Shape;246;g3e3c2cd4144_0_342"/>
          <p:cNvSpPr/>
          <p:nvPr>
            <p:ph idx="6" type="pic"/>
          </p:nvPr>
        </p:nvSpPr>
        <p:spPr>
          <a:xfrm>
            <a:off x="457200" y="2960314"/>
            <a:ext cx="2532600" cy="1883100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3c2cd4144_0_350"/>
          <p:cNvSpPr txBox="1"/>
          <p:nvPr>
            <p:ph idx="1" type="body"/>
          </p:nvPr>
        </p:nvSpPr>
        <p:spPr>
          <a:xfrm>
            <a:off x="457201" y="2367645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g3e3c2cd4144_0_350"/>
          <p:cNvSpPr txBox="1"/>
          <p:nvPr>
            <p:ph idx="2" type="body"/>
          </p:nvPr>
        </p:nvSpPr>
        <p:spPr>
          <a:xfrm>
            <a:off x="3275819" y="2367645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0" name="Google Shape;250;g3e3c2cd4144_0_350"/>
          <p:cNvSpPr txBox="1"/>
          <p:nvPr>
            <p:ph idx="3" type="body"/>
          </p:nvPr>
        </p:nvSpPr>
        <p:spPr>
          <a:xfrm>
            <a:off x="6085706" y="2367645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1" name="Google Shape;251;g3e3c2cd4144_0_35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g3e3c2cd4144_0_350"/>
          <p:cNvSpPr/>
          <p:nvPr>
            <p:ph idx="4" type="pic"/>
          </p:nvPr>
        </p:nvSpPr>
        <p:spPr>
          <a:xfrm>
            <a:off x="454050" y="952607"/>
            <a:ext cx="2589300" cy="1304400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253" name="Google Shape;253;g3e3c2cd4144_0_350"/>
          <p:cNvSpPr/>
          <p:nvPr>
            <p:ph idx="5" type="pic"/>
          </p:nvPr>
        </p:nvSpPr>
        <p:spPr>
          <a:xfrm>
            <a:off x="3275818" y="952607"/>
            <a:ext cx="2589300" cy="1304400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254" name="Google Shape;254;g3e3c2cd4144_0_350"/>
          <p:cNvSpPr/>
          <p:nvPr>
            <p:ph idx="6" type="pic"/>
          </p:nvPr>
        </p:nvSpPr>
        <p:spPr>
          <a:xfrm>
            <a:off x="6089789" y="952607"/>
            <a:ext cx="2589300" cy="1304400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255" name="Google Shape;255;g3e3c2cd4144_0_350"/>
          <p:cNvSpPr txBox="1"/>
          <p:nvPr>
            <p:ph idx="7" type="body"/>
          </p:nvPr>
        </p:nvSpPr>
        <p:spPr>
          <a:xfrm>
            <a:off x="460352" y="4281396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6" name="Google Shape;256;g3e3c2cd4144_0_350"/>
          <p:cNvSpPr txBox="1"/>
          <p:nvPr>
            <p:ph idx="8" type="body"/>
          </p:nvPr>
        </p:nvSpPr>
        <p:spPr>
          <a:xfrm>
            <a:off x="3278970" y="4281396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" name="Google Shape;257;g3e3c2cd4144_0_350"/>
          <p:cNvSpPr txBox="1"/>
          <p:nvPr>
            <p:ph idx="9" type="body"/>
          </p:nvPr>
        </p:nvSpPr>
        <p:spPr>
          <a:xfrm>
            <a:off x="6088857" y="4281396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" name="Google Shape;258;g3e3c2cd4144_0_350"/>
          <p:cNvSpPr/>
          <p:nvPr>
            <p:ph idx="13" type="pic"/>
          </p:nvPr>
        </p:nvSpPr>
        <p:spPr>
          <a:xfrm>
            <a:off x="457201" y="2866358"/>
            <a:ext cx="2589300" cy="1304400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259" name="Google Shape;259;g3e3c2cd4144_0_350"/>
          <p:cNvSpPr/>
          <p:nvPr>
            <p:ph idx="14" type="pic"/>
          </p:nvPr>
        </p:nvSpPr>
        <p:spPr>
          <a:xfrm>
            <a:off x="3278969" y="2866358"/>
            <a:ext cx="2589300" cy="1304400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260" name="Google Shape;260;g3e3c2cd4144_0_350"/>
          <p:cNvSpPr/>
          <p:nvPr>
            <p:ph idx="15" type="pic"/>
          </p:nvPr>
        </p:nvSpPr>
        <p:spPr>
          <a:xfrm>
            <a:off x="6092940" y="2866358"/>
            <a:ext cx="2589300" cy="1304400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36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42.xml"/><Relationship Id="rId6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3c2cd4144_0_238"/>
          <p:cNvSpPr txBox="1"/>
          <p:nvPr>
            <p:ph type="title"/>
          </p:nvPr>
        </p:nvSpPr>
        <p:spPr>
          <a:xfrm>
            <a:off x="457200" y="306434"/>
            <a:ext cx="82296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g3e3c2cd4144_0_238"/>
          <p:cNvSpPr txBox="1"/>
          <p:nvPr>
            <p:ph idx="1" type="body"/>
          </p:nvPr>
        </p:nvSpPr>
        <p:spPr>
          <a:xfrm>
            <a:off x="457200" y="1121912"/>
            <a:ext cx="8229600" cy="28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g3e3c2cd4144_0_238"/>
          <p:cNvSpPr txBox="1"/>
          <p:nvPr/>
        </p:nvSpPr>
        <p:spPr>
          <a:xfrm>
            <a:off x="-865051" y="4134125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e3c2cd4144_0_238"/>
          <p:cNvSpPr txBox="1"/>
          <p:nvPr/>
        </p:nvSpPr>
        <p:spPr>
          <a:xfrm>
            <a:off x="-865051" y="4134125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"/>
          <p:cNvSpPr txBox="1"/>
          <p:nvPr>
            <p:ph type="title"/>
          </p:nvPr>
        </p:nvSpPr>
        <p:spPr>
          <a:xfrm>
            <a:off x="1371600" y="2279400"/>
            <a:ext cx="6400800" cy="8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2500">
                <a:solidFill>
                  <a:schemeClr val="lt1"/>
                </a:solidFill>
              </a:rPr>
              <a:t>Результаты предзащиты ВКР</a:t>
            </a:r>
            <a:endParaRPr sz="2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2500">
                <a:solidFill>
                  <a:schemeClr val="lt1"/>
                </a:solidFill>
              </a:rPr>
              <a:t>21.05.2026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267" name="Google Shape;267;p1"/>
          <p:cNvSpPr txBox="1"/>
          <p:nvPr/>
        </p:nvSpPr>
        <p:spPr>
          <a:xfrm>
            <a:off x="5624775" y="3695350"/>
            <a:ext cx="33921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Выполнил:</a:t>
            </a:r>
            <a:r>
              <a:rPr b="0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 Барсуков М.А. P3415</a:t>
            </a:r>
            <a:endParaRPr b="0" i="0" sz="1300" u="none" cap="none" strike="noStrike">
              <a:solidFill>
                <a:srgbClr val="FFFFFF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Научный руководитель</a:t>
            </a: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:</a:t>
            </a:r>
            <a:r>
              <a:rPr b="0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 Цопа Е.А.</a:t>
            </a:r>
            <a:endParaRPr b="0" i="0" sz="1300" u="none" cap="none" strike="noStrike">
              <a:solidFill>
                <a:srgbClr val="FFFF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68" name="Google Shape;268;p1"/>
          <p:cNvSpPr txBox="1"/>
          <p:nvPr/>
        </p:nvSpPr>
        <p:spPr>
          <a:xfrm>
            <a:off x="3072000" y="46029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Университет ИТМО, 2026 г.</a:t>
            </a:r>
            <a:endParaRPr b="0" i="0" sz="1400" u="none" cap="none" strike="noStrike">
              <a:solidFill>
                <a:srgbClr val="FFFFFF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"/>
          <p:cNvSpPr txBox="1"/>
          <p:nvPr>
            <p:ph type="title"/>
          </p:nvPr>
        </p:nvSpPr>
        <p:spPr>
          <a:xfrm>
            <a:off x="844950" y="306425"/>
            <a:ext cx="6436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SemiBold"/>
              <a:buNone/>
            </a:pPr>
            <a:r>
              <a:rPr lang="ru-RU" sz="3000"/>
              <a:t>Предзащита</a:t>
            </a:r>
            <a:endParaRPr/>
          </a:p>
        </p:txBody>
      </p:sp>
      <p:sp>
        <p:nvSpPr>
          <p:cNvPr id="275" name="Google Shape;275;p2"/>
          <p:cNvSpPr txBox="1"/>
          <p:nvPr/>
        </p:nvSpPr>
        <p:spPr>
          <a:xfrm>
            <a:off x="8722700" y="4616250"/>
            <a:ext cx="332810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276" name="Google Shape;276;p2"/>
          <p:cNvSpPr/>
          <p:nvPr/>
        </p:nvSpPr>
        <p:spPr>
          <a:xfrm>
            <a:off x="905175" y="988825"/>
            <a:ext cx="7314600" cy="11373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20100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425" lIns="192925" spcFirstLastPara="1" rIns="192925" wrap="square" tIns="96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"/>
          <p:cNvSpPr txBox="1"/>
          <p:nvPr/>
        </p:nvSpPr>
        <p:spPr>
          <a:xfrm>
            <a:off x="905175" y="1051990"/>
            <a:ext cx="73146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1100" spcFirstLastPara="1" rIns="211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8"/>
              <a:buFont typeface="Arial"/>
              <a:buNone/>
            </a:pPr>
            <a:r>
              <a:rPr b="1" lang="ru-RU" sz="3587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0</a:t>
            </a:r>
            <a:endParaRPr sz="2743"/>
          </a:p>
        </p:txBody>
      </p:sp>
      <p:sp>
        <p:nvSpPr>
          <p:cNvPr id="278" name="Google Shape;278;p2"/>
          <p:cNvSpPr txBox="1"/>
          <p:nvPr/>
        </p:nvSpPr>
        <p:spPr>
          <a:xfrm>
            <a:off x="905175" y="1553112"/>
            <a:ext cx="73146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100" spcFirstLastPara="1" rIns="211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5"/>
              <a:buFont typeface="Arial"/>
              <a:buNone/>
            </a:pPr>
            <a:r>
              <a:rPr b="1" lang="ru-RU" sz="2005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проблем во время защиты</a:t>
            </a:r>
            <a:endParaRPr sz="2954"/>
          </a:p>
        </p:txBody>
      </p:sp>
      <p:sp>
        <p:nvSpPr>
          <p:cNvPr id="279" name="Google Shape;279;p2"/>
          <p:cNvSpPr txBox="1"/>
          <p:nvPr/>
        </p:nvSpPr>
        <p:spPr>
          <a:xfrm>
            <a:off x="905175" y="1841558"/>
            <a:ext cx="7314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100" spcFirstLastPara="1" rIns="2110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8"/>
              <a:buFont typeface="Arial"/>
              <a:buNone/>
            </a:pPr>
            <a:r>
              <a:rPr i="1" lang="ru-RU" sz="1688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прошла без технических проблем</a:t>
            </a:r>
            <a:endParaRPr sz="2954"/>
          </a:p>
        </p:txBody>
      </p:sp>
      <p:sp>
        <p:nvSpPr>
          <p:cNvPr id="280" name="Google Shape;280;p2"/>
          <p:cNvSpPr/>
          <p:nvPr/>
        </p:nvSpPr>
        <p:spPr>
          <a:xfrm>
            <a:off x="905175" y="2264412"/>
            <a:ext cx="7314600" cy="11373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20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425" lIns="192925" spcFirstLastPara="1" rIns="192925" wrap="square" tIns="96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"/>
          <p:cNvSpPr txBox="1"/>
          <p:nvPr/>
        </p:nvSpPr>
        <p:spPr>
          <a:xfrm>
            <a:off x="1498511" y="2310278"/>
            <a:ext cx="6128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1100" spcFirstLastPara="1" rIns="211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8"/>
              <a:buFont typeface="Arial"/>
              <a:buNone/>
            </a:pPr>
            <a:r>
              <a:rPr b="1" lang="ru-RU" sz="3587">
                <a:solidFill>
                  <a:srgbClr val="4A86E8"/>
                </a:solidFill>
                <a:latin typeface="Golos Text"/>
                <a:ea typeface="Golos Text"/>
                <a:cs typeface="Golos Text"/>
                <a:sym typeface="Golos Text"/>
              </a:rPr>
              <a:t>390</a:t>
            </a:r>
            <a:endParaRPr sz="2743">
              <a:solidFill>
                <a:srgbClr val="4A86E8"/>
              </a:solidFill>
            </a:endParaRPr>
          </a:p>
        </p:txBody>
      </p:sp>
      <p:sp>
        <p:nvSpPr>
          <p:cNvPr id="282" name="Google Shape;282;p2"/>
          <p:cNvSpPr txBox="1"/>
          <p:nvPr/>
        </p:nvSpPr>
        <p:spPr>
          <a:xfrm>
            <a:off x="905175" y="2828699"/>
            <a:ext cx="73146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100" spcFirstLastPara="1" rIns="211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5"/>
              <a:buFont typeface="Arial"/>
              <a:buNone/>
            </a:pPr>
            <a:r>
              <a:rPr b="1" lang="ru-RU" sz="2005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секунд на доклад</a:t>
            </a:r>
            <a:endParaRPr sz="2954"/>
          </a:p>
        </p:txBody>
      </p:sp>
      <p:sp>
        <p:nvSpPr>
          <p:cNvPr id="283" name="Google Shape;283;p2"/>
          <p:cNvSpPr txBox="1"/>
          <p:nvPr/>
        </p:nvSpPr>
        <p:spPr>
          <a:xfrm>
            <a:off x="905175" y="3117145"/>
            <a:ext cx="7314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100" spcFirstLastPara="1" rIns="2110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8"/>
              <a:buFont typeface="Arial"/>
              <a:buNone/>
            </a:pPr>
            <a:r>
              <a:rPr i="1" lang="ru-RU" sz="1688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все слайды показаны</a:t>
            </a:r>
            <a:endParaRPr sz="2954"/>
          </a:p>
        </p:txBody>
      </p:sp>
      <p:sp>
        <p:nvSpPr>
          <p:cNvPr id="284" name="Google Shape;284;p2"/>
          <p:cNvSpPr/>
          <p:nvPr/>
        </p:nvSpPr>
        <p:spPr>
          <a:xfrm>
            <a:off x="905250" y="3568562"/>
            <a:ext cx="7314600" cy="11373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201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425" lIns="192925" spcFirstLastPara="1" rIns="192925" wrap="square" tIns="96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"/>
          <p:cNvSpPr txBox="1"/>
          <p:nvPr/>
        </p:nvSpPr>
        <p:spPr>
          <a:xfrm>
            <a:off x="1498586" y="3614428"/>
            <a:ext cx="6128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1100" spcFirstLastPara="1" rIns="211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8"/>
              <a:buFont typeface="Arial"/>
              <a:buNone/>
            </a:pPr>
            <a:r>
              <a:rPr b="1" lang="ru-RU" sz="3587">
                <a:solidFill>
                  <a:srgbClr val="6AA84F"/>
                </a:solidFill>
                <a:latin typeface="Golos Text"/>
                <a:ea typeface="Golos Text"/>
                <a:cs typeface="Golos Text"/>
                <a:sym typeface="Golos Text"/>
              </a:rPr>
              <a:t>0</a:t>
            </a:r>
            <a:endParaRPr sz="2743">
              <a:solidFill>
                <a:srgbClr val="6AA84F"/>
              </a:solidFill>
            </a:endParaRPr>
          </a:p>
        </p:txBody>
      </p:sp>
      <p:sp>
        <p:nvSpPr>
          <p:cNvPr id="286" name="Google Shape;286;p2"/>
          <p:cNvSpPr txBox="1"/>
          <p:nvPr/>
        </p:nvSpPr>
        <p:spPr>
          <a:xfrm>
            <a:off x="905250" y="4132849"/>
            <a:ext cx="73146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100" spcFirstLastPara="1" rIns="211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5"/>
              <a:buFont typeface="Arial"/>
              <a:buNone/>
            </a:pPr>
            <a:r>
              <a:rPr b="1" lang="ru-RU" sz="2005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запинок и оговорок</a:t>
            </a:r>
            <a:endParaRPr sz="2954"/>
          </a:p>
        </p:txBody>
      </p:sp>
      <p:sp>
        <p:nvSpPr>
          <p:cNvPr id="287" name="Google Shape;287;p2"/>
          <p:cNvSpPr txBox="1"/>
          <p:nvPr/>
        </p:nvSpPr>
        <p:spPr>
          <a:xfrm>
            <a:off x="905250" y="4421295"/>
            <a:ext cx="7314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100" spcFirstLastPara="1" rIns="2110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8"/>
              <a:buFont typeface="Arial"/>
              <a:buNone/>
            </a:pPr>
            <a:r>
              <a:rPr i="1" lang="ru-RU" sz="1688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доклад прошел по плану</a:t>
            </a:r>
            <a:endParaRPr sz="2954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3c2cd4144_0_19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Оценка</a:t>
            </a:r>
            <a:endParaRPr/>
          </a:p>
        </p:txBody>
      </p:sp>
      <p:sp>
        <p:nvSpPr>
          <p:cNvPr id="294" name="Google Shape;294;g3e3c2cd4144_0_190"/>
          <p:cNvSpPr txBox="1"/>
          <p:nvPr/>
        </p:nvSpPr>
        <p:spPr>
          <a:xfrm>
            <a:off x="521825" y="2341800"/>
            <a:ext cx="38451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-2952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50"/>
              <a:buFont typeface="Golos Text"/>
              <a:buChar char="●"/>
            </a:pPr>
            <a:r>
              <a:rPr i="1" lang="ru-RU" sz="10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готовность ВКР по результатам предзащиты</a:t>
            </a:r>
            <a:endParaRPr i="1" sz="1050">
              <a:solidFill>
                <a:srgbClr val="6C757D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52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50"/>
              <a:buFont typeface="Golos Text"/>
              <a:buChar char="●"/>
            </a:pPr>
            <a:r>
              <a:rPr i="1" lang="ru-RU" sz="10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данные из открытых источников</a:t>
            </a:r>
            <a:endParaRPr i="1" sz="1050">
              <a:solidFill>
                <a:srgbClr val="6C757D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95" name="Google Shape;295;g3e3c2cd4144_0_190"/>
          <p:cNvSpPr txBox="1"/>
          <p:nvPr/>
        </p:nvSpPr>
        <p:spPr>
          <a:xfrm>
            <a:off x="8714475" y="4605950"/>
            <a:ext cx="37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3</a:t>
            </a:r>
            <a:endParaRPr sz="2000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pic>
        <p:nvPicPr>
          <p:cNvPr id="296" name="Google Shape;296;g3e3c2cd4144_0_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650" y="1412388"/>
            <a:ext cx="8281626" cy="8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e3c2cd4144_0_190"/>
          <p:cNvSpPr/>
          <p:nvPr/>
        </p:nvSpPr>
        <p:spPr>
          <a:xfrm>
            <a:off x="457200" y="2991525"/>
            <a:ext cx="2519100" cy="14577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68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50" lIns="121150" spcFirstLastPara="1" rIns="121150" wrap="square" tIns="60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5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e3c2cd4144_0_190"/>
          <p:cNvSpPr/>
          <p:nvPr/>
        </p:nvSpPr>
        <p:spPr>
          <a:xfrm>
            <a:off x="589708" y="3124033"/>
            <a:ext cx="370800" cy="370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60550" lIns="121150" spcFirstLastPara="1" rIns="121150" wrap="square" tIns="60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5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e3c2cd4144_0_190"/>
          <p:cNvSpPr txBox="1"/>
          <p:nvPr/>
        </p:nvSpPr>
        <p:spPr>
          <a:xfrm>
            <a:off x="589708" y="3124033"/>
            <a:ext cx="370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3"/>
              <a:buFont typeface="Arial"/>
              <a:buNone/>
            </a:pPr>
            <a:r>
              <a:rPr b="1" i="0" lang="ru-RU" sz="1723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sz="1855"/>
          </a:p>
        </p:txBody>
      </p:sp>
      <p:sp>
        <p:nvSpPr>
          <p:cNvPr id="300" name="Google Shape;300;g3e3c2cd4144_0_190"/>
          <p:cNvSpPr txBox="1"/>
          <p:nvPr/>
        </p:nvSpPr>
        <p:spPr>
          <a:xfrm>
            <a:off x="616209" y="3614310"/>
            <a:ext cx="19998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250" lIns="13250" spcFirstLastPara="1" rIns="13250" wrap="square" tIns="66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9"/>
              <a:buFont typeface="Arial"/>
              <a:buNone/>
            </a:pPr>
            <a:r>
              <a:rPr i="1" lang="ru-RU" sz="1259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чрезвычайно </a:t>
            </a:r>
            <a:r>
              <a:rPr b="1" lang="ru-RU" sz="1259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оригинально</a:t>
            </a:r>
            <a:endParaRPr b="1" sz="1855"/>
          </a:p>
        </p:txBody>
      </p:sp>
      <p:sp>
        <p:nvSpPr>
          <p:cNvPr id="301" name="Google Shape;301;g3e3c2cd4144_0_190"/>
          <p:cNvSpPr txBox="1"/>
          <p:nvPr/>
        </p:nvSpPr>
        <p:spPr>
          <a:xfrm>
            <a:off x="3055672" y="3587809"/>
            <a:ext cx="2652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None/>
            </a:pPr>
            <a:r>
              <a:rPr b="1" i="0" lang="ru-RU" sz="26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→</a:t>
            </a:r>
            <a:endParaRPr sz="1855"/>
          </a:p>
        </p:txBody>
      </p:sp>
      <p:sp>
        <p:nvSpPr>
          <p:cNvPr id="302" name="Google Shape;302;g3e3c2cd4144_0_190"/>
          <p:cNvSpPr/>
          <p:nvPr/>
        </p:nvSpPr>
        <p:spPr>
          <a:xfrm>
            <a:off x="3320687" y="2991525"/>
            <a:ext cx="2519100" cy="14577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68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50" lIns="121150" spcFirstLastPara="1" rIns="121150" wrap="square" tIns="60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5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e3c2cd4144_0_190"/>
          <p:cNvSpPr/>
          <p:nvPr/>
        </p:nvSpPr>
        <p:spPr>
          <a:xfrm>
            <a:off x="3453195" y="3124033"/>
            <a:ext cx="370800" cy="3708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60550" lIns="121150" spcFirstLastPara="1" rIns="121150" wrap="square" tIns="60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5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e3c2cd4144_0_190"/>
          <p:cNvSpPr txBox="1"/>
          <p:nvPr/>
        </p:nvSpPr>
        <p:spPr>
          <a:xfrm>
            <a:off x="3453195" y="3124033"/>
            <a:ext cx="370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3"/>
              <a:buFont typeface="Arial"/>
              <a:buNone/>
            </a:pPr>
            <a:r>
              <a:rPr b="1" i="0" lang="ru-RU" sz="1723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 sz="1855"/>
          </a:p>
        </p:txBody>
      </p:sp>
      <p:sp>
        <p:nvSpPr>
          <p:cNvPr id="305" name="Google Shape;305;g3e3c2cd4144_0_190"/>
          <p:cNvSpPr txBox="1"/>
          <p:nvPr/>
        </p:nvSpPr>
        <p:spPr>
          <a:xfrm>
            <a:off x="3877219" y="3163133"/>
            <a:ext cx="1935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250" spcFirstLastPara="1" rIns="13250" wrap="square" tIns="132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0"/>
              <a:buFont typeface="Arial"/>
              <a:buNone/>
            </a:pPr>
            <a:r>
              <a:rPr b="1" lang="ru-RU" sz="159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95% / 95%</a:t>
            </a:r>
            <a:endParaRPr sz="1855"/>
          </a:p>
        </p:txBody>
      </p:sp>
      <p:sp>
        <p:nvSpPr>
          <p:cNvPr id="306" name="Google Shape;306;g3e3c2cd4144_0_190"/>
          <p:cNvSpPr txBox="1"/>
          <p:nvPr/>
        </p:nvSpPr>
        <p:spPr>
          <a:xfrm>
            <a:off x="3479696" y="3614310"/>
            <a:ext cx="19998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3250" lIns="13250" spcFirstLastPara="1" rIns="13250" wrap="square" tIns="66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9"/>
              <a:buFont typeface="Arial"/>
              <a:buNone/>
            </a:pPr>
            <a:r>
              <a:rPr i="1" lang="ru-RU" sz="1259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готовность ВКР и презентации</a:t>
            </a:r>
            <a:endParaRPr i="1" sz="1855"/>
          </a:p>
        </p:txBody>
      </p:sp>
      <p:sp>
        <p:nvSpPr>
          <p:cNvPr id="307" name="Google Shape;307;g3e3c2cd4144_0_190"/>
          <p:cNvSpPr txBox="1"/>
          <p:nvPr/>
        </p:nvSpPr>
        <p:spPr>
          <a:xfrm>
            <a:off x="5919160" y="3587809"/>
            <a:ext cx="2652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None/>
            </a:pPr>
            <a:r>
              <a:rPr b="1" i="0" lang="ru-RU" sz="26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→</a:t>
            </a:r>
            <a:endParaRPr sz="1855"/>
          </a:p>
        </p:txBody>
      </p:sp>
      <p:sp>
        <p:nvSpPr>
          <p:cNvPr id="308" name="Google Shape;308;g3e3c2cd4144_0_190"/>
          <p:cNvSpPr/>
          <p:nvPr/>
        </p:nvSpPr>
        <p:spPr>
          <a:xfrm>
            <a:off x="6184175" y="2991525"/>
            <a:ext cx="2519100" cy="14577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68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50" lIns="121150" spcFirstLastPara="1" rIns="121150" wrap="square" tIns="60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5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e3c2cd4144_0_190"/>
          <p:cNvSpPr/>
          <p:nvPr/>
        </p:nvSpPr>
        <p:spPr>
          <a:xfrm>
            <a:off x="6316682" y="3124033"/>
            <a:ext cx="370800" cy="3708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60550" lIns="121150" spcFirstLastPara="1" rIns="121150" wrap="square" tIns="60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5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e3c2cd4144_0_190"/>
          <p:cNvSpPr txBox="1"/>
          <p:nvPr/>
        </p:nvSpPr>
        <p:spPr>
          <a:xfrm>
            <a:off x="6316682" y="3124033"/>
            <a:ext cx="370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3"/>
              <a:buFont typeface="Arial"/>
              <a:buNone/>
            </a:pPr>
            <a:r>
              <a:rPr b="1" i="0" lang="ru-RU" sz="1723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 sz="1855"/>
          </a:p>
        </p:txBody>
      </p:sp>
      <p:sp>
        <p:nvSpPr>
          <p:cNvPr id="311" name="Google Shape;311;g3e3c2cd4144_0_190"/>
          <p:cNvSpPr txBox="1"/>
          <p:nvPr/>
        </p:nvSpPr>
        <p:spPr>
          <a:xfrm>
            <a:off x="6740706" y="3137283"/>
            <a:ext cx="1935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250" spcFirstLastPara="1" rIns="13250" wrap="square" tIns="1325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Font typeface="Arial"/>
              <a:buNone/>
            </a:pPr>
            <a:r>
              <a:rPr b="1" lang="ru-RU" sz="159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95%</a:t>
            </a:r>
            <a:endParaRPr sz="1855"/>
          </a:p>
        </p:txBody>
      </p:sp>
      <p:sp>
        <p:nvSpPr>
          <p:cNvPr id="312" name="Google Shape;312;g3e3c2cd4144_0_190"/>
          <p:cNvSpPr txBox="1"/>
          <p:nvPr/>
        </p:nvSpPr>
        <p:spPr>
          <a:xfrm>
            <a:off x="6343184" y="3614310"/>
            <a:ext cx="22539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250" lIns="13250" spcFirstLastPara="1" rIns="13250" wrap="square" tIns="66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9"/>
              <a:buFont typeface="Arial"/>
              <a:buNone/>
            </a:pPr>
            <a:r>
              <a:rPr i="1" lang="ru-RU" sz="1259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допуск к защите </a:t>
            </a:r>
            <a:r>
              <a:rPr b="1" lang="ru-RU" sz="1259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ОБЕСПЕЧЕН</a:t>
            </a:r>
            <a:endParaRPr b="1" sz="1855"/>
          </a:p>
        </p:txBody>
      </p:sp>
      <p:sp>
        <p:nvSpPr>
          <p:cNvPr id="313" name="Google Shape;313;g3e3c2cd4144_0_190"/>
          <p:cNvSpPr txBox="1"/>
          <p:nvPr/>
        </p:nvSpPr>
        <p:spPr>
          <a:xfrm>
            <a:off x="1013744" y="3124033"/>
            <a:ext cx="1935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250" spcFirstLastPara="1" rIns="13250" wrap="square" tIns="132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0"/>
              <a:buFont typeface="Arial"/>
              <a:buNone/>
            </a:pPr>
            <a:r>
              <a:rPr b="1" lang="ru-RU" sz="159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99,4%</a:t>
            </a:r>
            <a:endParaRPr sz="185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/>
              <a:t>Сравнение с другими ВКР</a:t>
            </a:r>
            <a:endParaRPr/>
          </a:p>
        </p:txBody>
      </p:sp>
      <p:sp>
        <p:nvSpPr>
          <p:cNvPr id="319" name="Google Shape;319;p3"/>
          <p:cNvSpPr txBox="1"/>
          <p:nvPr>
            <p:ph idx="1" type="body"/>
          </p:nvPr>
        </p:nvSpPr>
        <p:spPr>
          <a:xfrm>
            <a:off x="554125" y="1330775"/>
            <a:ext cx="6246300" cy="3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2400"/>
              <a:t>На 14:23 21.05.2026 </a:t>
            </a:r>
            <a:r>
              <a:rPr b="1" lang="ru-RU" sz="2400"/>
              <a:t>ни одна другая работа</a:t>
            </a:r>
            <a:r>
              <a:rPr lang="ru-RU" sz="2400"/>
              <a:t> не достигла готовности </a:t>
            </a:r>
            <a:r>
              <a:rPr b="1" lang="ru-RU" sz="2400">
                <a:solidFill>
                  <a:srgbClr val="3AC03A"/>
                </a:solidFill>
              </a:rPr>
              <a:t>95%</a:t>
            </a:r>
            <a:r>
              <a:rPr lang="ru-RU" sz="2400"/>
              <a:t>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ru-RU" sz="2400"/>
              <a:t>9 участников;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ru-RU" sz="2400"/>
              <a:t>0 участников с лучшей подготовкой.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ru-RU" sz="2400"/>
              <a:t>показатели превосходят все остальные рассмотренные ВКР.</a:t>
            </a:r>
            <a:endParaRPr sz="2400"/>
          </a:p>
        </p:txBody>
      </p:sp>
      <p:sp>
        <p:nvSpPr>
          <p:cNvPr id="320" name="Google Shape;320;p3"/>
          <p:cNvSpPr txBox="1"/>
          <p:nvPr/>
        </p:nvSpPr>
        <p:spPr>
          <a:xfrm>
            <a:off x="8722700" y="4583477"/>
            <a:ext cx="34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4</a:t>
            </a:r>
            <a:endParaRPr b="0" i="0" sz="2000" u="none" cap="none" strike="noStrike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pic>
        <p:nvPicPr>
          <p:cNvPr id="321" name="Google Shape;3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4625" y="1232525"/>
            <a:ext cx="1979300" cy="19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"/>
          <p:cNvSpPr txBox="1"/>
          <p:nvPr/>
        </p:nvSpPr>
        <p:spPr>
          <a:xfrm>
            <a:off x="6983425" y="3211825"/>
            <a:ext cx="14217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0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Таблица участников</a:t>
            </a:r>
            <a:endParaRPr i="1" sz="1050">
              <a:solidFill>
                <a:srgbClr val="6C757D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3c2cd4144_0_389"/>
          <p:cNvSpPr txBox="1"/>
          <p:nvPr>
            <p:ph type="title"/>
          </p:nvPr>
        </p:nvSpPr>
        <p:spPr>
          <a:xfrm>
            <a:off x="670475" y="306425"/>
            <a:ext cx="6611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SemiBold"/>
              <a:buNone/>
            </a:pPr>
            <a:r>
              <a:rPr lang="ru-RU" sz="3000"/>
              <a:t>Открытые вопросы</a:t>
            </a:r>
            <a:endParaRPr/>
          </a:p>
        </p:txBody>
      </p:sp>
      <p:sp>
        <p:nvSpPr>
          <p:cNvPr id="329" name="Google Shape;329;g3e3c2cd4144_0_389"/>
          <p:cNvSpPr txBox="1"/>
          <p:nvPr/>
        </p:nvSpPr>
        <p:spPr>
          <a:xfrm>
            <a:off x="8722700" y="4616250"/>
            <a:ext cx="33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330" name="Google Shape;330;g3e3c2cd4144_0_389"/>
          <p:cNvSpPr txBox="1"/>
          <p:nvPr>
            <p:ph idx="1" type="body"/>
          </p:nvPr>
        </p:nvSpPr>
        <p:spPr>
          <a:xfrm>
            <a:off x="644625" y="1039975"/>
            <a:ext cx="5628000" cy="3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По результатам предзащиты открыты следующие точки роста: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/>
              <a:t>Более </a:t>
            </a:r>
            <a:r>
              <a:rPr b="1" lang="ru-RU"/>
              <a:t>явное</a:t>
            </a:r>
            <a:r>
              <a:rPr lang="ru-RU"/>
              <a:t> указание на то, что </a:t>
            </a:r>
            <a:r>
              <a:rPr b="1" lang="ru-RU"/>
              <a:t>горизонтальное масштабирование обеспечено</a:t>
            </a:r>
            <a:r>
              <a:rPr lang="ru-RU"/>
              <a:t> </a:t>
            </a:r>
            <a:r>
              <a:rPr lang="ru-RU">
                <a:solidFill>
                  <a:schemeClr val="accent4"/>
                </a:solidFill>
              </a:rPr>
              <a:t>(вопрос от Егошина А. В.)</a:t>
            </a:r>
            <a:endParaRPr>
              <a:solidFill>
                <a:schemeClr val="accent4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/>
              <a:t>Упростить</a:t>
            </a:r>
            <a:r>
              <a:rPr lang="ru-RU"/>
              <a:t> структуру слайдов, комиссия не успевает читать </a:t>
            </a:r>
            <a:r>
              <a:rPr lang="ru-RU">
                <a:solidFill>
                  <a:schemeClr val="accent4"/>
                </a:solidFill>
              </a:rPr>
              <a:t>(вопрос от Николаева В. В.)</a:t>
            </a:r>
            <a:endParaRPr>
              <a:solidFill>
                <a:schemeClr val="accent4"/>
              </a:solidFill>
            </a:endParaRPr>
          </a:p>
        </p:txBody>
      </p:sp>
      <p:pic>
        <p:nvPicPr>
          <p:cNvPr id="331" name="Google Shape;331;g3e3c2cd4144_0_3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0613" y="1497925"/>
            <a:ext cx="2263952" cy="1571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3e3c2cd4144_0_389"/>
          <p:cNvSpPr txBox="1"/>
          <p:nvPr/>
        </p:nvSpPr>
        <p:spPr>
          <a:xfrm>
            <a:off x="6871738" y="3219500"/>
            <a:ext cx="1563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0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комментарии после предзащиты</a:t>
            </a:r>
            <a:endParaRPr i="1" sz="1050">
              <a:solidFill>
                <a:srgbClr val="6C757D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3c2cd4144_0_412"/>
          <p:cNvSpPr txBox="1"/>
          <p:nvPr>
            <p:ph type="title"/>
          </p:nvPr>
        </p:nvSpPr>
        <p:spPr>
          <a:xfrm>
            <a:off x="670475" y="306425"/>
            <a:ext cx="6611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SemiBold"/>
              <a:buNone/>
            </a:pPr>
            <a:r>
              <a:rPr lang="ru-RU" sz="3000"/>
              <a:t>Предлагаемые решения</a:t>
            </a:r>
            <a:endParaRPr/>
          </a:p>
        </p:txBody>
      </p:sp>
      <p:sp>
        <p:nvSpPr>
          <p:cNvPr id="339" name="Google Shape;339;g3e3c2cd4144_0_412"/>
          <p:cNvSpPr txBox="1"/>
          <p:nvPr/>
        </p:nvSpPr>
        <p:spPr>
          <a:xfrm>
            <a:off x="8722700" y="4616250"/>
            <a:ext cx="33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pic>
        <p:nvPicPr>
          <p:cNvPr id="340" name="Google Shape;340;g3e3c2cd4144_0_4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0613" y="1497925"/>
            <a:ext cx="2263952" cy="1571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e3c2cd4144_0_412"/>
          <p:cNvSpPr txBox="1"/>
          <p:nvPr/>
        </p:nvSpPr>
        <p:spPr>
          <a:xfrm>
            <a:off x="6871738" y="3219500"/>
            <a:ext cx="1563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0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комментарии после предзащиты</a:t>
            </a:r>
            <a:endParaRPr i="1" sz="1050">
              <a:solidFill>
                <a:srgbClr val="6C757D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42" name="Google Shape;342;g3e3c2cd4144_0_412"/>
          <p:cNvSpPr/>
          <p:nvPr/>
        </p:nvSpPr>
        <p:spPr>
          <a:xfrm>
            <a:off x="429538" y="1497675"/>
            <a:ext cx="5496600" cy="596100"/>
          </a:xfrm>
          <a:prstGeom prst="roundRect">
            <a:avLst>
              <a:gd fmla="val 15000" name="adj"/>
            </a:avLst>
          </a:prstGeom>
          <a:solidFill>
            <a:srgbClr val="FAF7FF"/>
          </a:solidFill>
          <a:ln cap="flat" cmpd="sng" w="131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025" lIns="126075" spcFirstLastPara="1" rIns="126075" wrap="square" tIns="63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e3c2cd4144_0_412"/>
          <p:cNvSpPr/>
          <p:nvPr/>
        </p:nvSpPr>
        <p:spPr>
          <a:xfrm>
            <a:off x="509288" y="1630875"/>
            <a:ext cx="297300" cy="3297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e3c2cd4144_0_412"/>
          <p:cNvSpPr txBox="1"/>
          <p:nvPr/>
        </p:nvSpPr>
        <p:spPr>
          <a:xfrm>
            <a:off x="530737" y="1631125"/>
            <a:ext cx="254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1" lang="ru-RU" sz="1053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+</a:t>
            </a:r>
            <a:endParaRPr sz="1637"/>
          </a:p>
        </p:txBody>
      </p:sp>
      <p:sp>
        <p:nvSpPr>
          <p:cNvPr id="345" name="Google Shape;345;g3e3c2cd4144_0_412"/>
          <p:cNvSpPr txBox="1"/>
          <p:nvPr/>
        </p:nvSpPr>
        <p:spPr>
          <a:xfrm>
            <a:off x="891487" y="1497925"/>
            <a:ext cx="38751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3800" spcFirstLastPara="1" rIns="1380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Arial"/>
              <a:buNone/>
            </a:pPr>
            <a:r>
              <a:rPr b="1" lang="ru-RU" sz="131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1. </a:t>
            </a:r>
            <a:r>
              <a:rPr lang="ru-RU" sz="131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Добавить bullet-сегмент с пояснением масштабирования</a:t>
            </a:r>
            <a:endParaRPr b="1" sz="1310">
              <a:solidFill>
                <a:srgbClr val="6C757D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46" name="Google Shape;346;g3e3c2cd4144_0_412"/>
          <p:cNvSpPr/>
          <p:nvPr/>
        </p:nvSpPr>
        <p:spPr>
          <a:xfrm>
            <a:off x="4851480" y="1588566"/>
            <a:ext cx="989700" cy="414300"/>
          </a:xfrm>
          <a:prstGeom prst="roundRect">
            <a:avLst>
              <a:gd fmla="val 50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63025" lIns="126075" spcFirstLastPara="1" rIns="126075" wrap="square" tIns="63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e3c2cd4144_0_412"/>
          <p:cNvSpPr txBox="1"/>
          <p:nvPr/>
        </p:nvSpPr>
        <p:spPr>
          <a:xfrm>
            <a:off x="4851480" y="1588566"/>
            <a:ext cx="9897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900" spcFirstLastPara="1" rIns="69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4"/>
              <a:buFont typeface="Arial"/>
              <a:buNone/>
            </a:pPr>
            <a:r>
              <a:rPr b="1" i="0" lang="ru-RU" sz="1034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сл. </a:t>
            </a:r>
            <a:r>
              <a:rPr b="1" lang="ru-RU" sz="1034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14</a:t>
            </a:r>
            <a:endParaRPr sz="1931"/>
          </a:p>
        </p:txBody>
      </p:sp>
      <p:sp>
        <p:nvSpPr>
          <p:cNvPr id="348" name="Google Shape;348;g3e3c2cd4144_0_412"/>
          <p:cNvSpPr/>
          <p:nvPr/>
        </p:nvSpPr>
        <p:spPr>
          <a:xfrm>
            <a:off x="429438" y="2199325"/>
            <a:ext cx="5496600" cy="596100"/>
          </a:xfrm>
          <a:prstGeom prst="roundRect">
            <a:avLst>
              <a:gd fmla="val 15000" name="adj"/>
            </a:avLst>
          </a:prstGeom>
          <a:solidFill>
            <a:srgbClr val="FAF7FF"/>
          </a:solidFill>
          <a:ln cap="flat" cmpd="sng" w="131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025" lIns="126075" spcFirstLastPara="1" rIns="126075" wrap="square" tIns="63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e3c2cd4144_0_412"/>
          <p:cNvSpPr/>
          <p:nvPr/>
        </p:nvSpPr>
        <p:spPr>
          <a:xfrm>
            <a:off x="509288" y="2332525"/>
            <a:ext cx="297300" cy="329700"/>
          </a:xfrm>
          <a:prstGeom prst="ellipse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e3c2cd4144_0_412"/>
          <p:cNvSpPr txBox="1"/>
          <p:nvPr/>
        </p:nvSpPr>
        <p:spPr>
          <a:xfrm>
            <a:off x="530737" y="2332775"/>
            <a:ext cx="254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1" lang="ru-RU" sz="1053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?</a:t>
            </a:r>
            <a:endParaRPr sz="1637"/>
          </a:p>
        </p:txBody>
      </p:sp>
      <p:sp>
        <p:nvSpPr>
          <p:cNvPr id="351" name="Google Shape;351;g3e3c2cd4144_0_412"/>
          <p:cNvSpPr txBox="1"/>
          <p:nvPr/>
        </p:nvSpPr>
        <p:spPr>
          <a:xfrm>
            <a:off x="891487" y="2199575"/>
            <a:ext cx="38751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3800" spcFirstLastPara="1" rIns="1380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Arial"/>
              <a:buNone/>
            </a:pPr>
            <a:r>
              <a:rPr b="1" lang="ru-RU" sz="131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r>
              <a:rPr b="1" lang="ru-RU" sz="131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. </a:t>
            </a:r>
            <a:r>
              <a:rPr lang="ru-RU" sz="131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Упростить слайд “Архитектурные решения”</a:t>
            </a:r>
            <a:endParaRPr b="1" sz="1310">
              <a:solidFill>
                <a:srgbClr val="6C757D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52" name="Google Shape;352;g3e3c2cd4144_0_412"/>
          <p:cNvSpPr/>
          <p:nvPr/>
        </p:nvSpPr>
        <p:spPr>
          <a:xfrm>
            <a:off x="4851480" y="2290216"/>
            <a:ext cx="989700" cy="414300"/>
          </a:xfrm>
          <a:prstGeom prst="roundRect">
            <a:avLst>
              <a:gd fmla="val 50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63025" lIns="126075" spcFirstLastPara="1" rIns="126075" wrap="square" tIns="63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e3c2cd4144_0_412"/>
          <p:cNvSpPr txBox="1"/>
          <p:nvPr/>
        </p:nvSpPr>
        <p:spPr>
          <a:xfrm>
            <a:off x="4851480" y="2290216"/>
            <a:ext cx="9897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900" spcFirstLastPara="1" rIns="69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4"/>
              <a:buFont typeface="Arial"/>
              <a:buNone/>
            </a:pPr>
            <a:r>
              <a:rPr b="1" i="0" lang="ru-RU" sz="1034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сл. </a:t>
            </a:r>
            <a:r>
              <a:rPr b="1" lang="ru-RU" sz="1034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6</a:t>
            </a:r>
            <a:endParaRPr sz="1931"/>
          </a:p>
        </p:txBody>
      </p:sp>
      <p:sp>
        <p:nvSpPr>
          <p:cNvPr id="354" name="Google Shape;354;g3e3c2cd4144_0_412"/>
          <p:cNvSpPr/>
          <p:nvPr/>
        </p:nvSpPr>
        <p:spPr>
          <a:xfrm>
            <a:off x="429538" y="2901225"/>
            <a:ext cx="5496600" cy="596100"/>
          </a:xfrm>
          <a:prstGeom prst="roundRect">
            <a:avLst>
              <a:gd fmla="val 15000" name="adj"/>
            </a:avLst>
          </a:prstGeom>
          <a:solidFill>
            <a:srgbClr val="FAF7FF"/>
          </a:solidFill>
          <a:ln cap="flat" cmpd="sng" w="131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025" lIns="126075" spcFirstLastPara="1" rIns="126075" wrap="square" tIns="63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e3c2cd4144_0_412"/>
          <p:cNvSpPr/>
          <p:nvPr/>
        </p:nvSpPr>
        <p:spPr>
          <a:xfrm>
            <a:off x="509388" y="3034425"/>
            <a:ext cx="297300" cy="329700"/>
          </a:xfrm>
          <a:prstGeom prst="ellipse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e3c2cd4144_0_412"/>
          <p:cNvSpPr txBox="1"/>
          <p:nvPr/>
        </p:nvSpPr>
        <p:spPr>
          <a:xfrm>
            <a:off x="530837" y="3034675"/>
            <a:ext cx="254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1" lang="ru-RU" sz="1053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?</a:t>
            </a:r>
            <a:endParaRPr sz="1637"/>
          </a:p>
        </p:txBody>
      </p:sp>
      <p:sp>
        <p:nvSpPr>
          <p:cNvPr id="357" name="Google Shape;357;g3e3c2cd4144_0_412"/>
          <p:cNvSpPr txBox="1"/>
          <p:nvPr/>
        </p:nvSpPr>
        <p:spPr>
          <a:xfrm>
            <a:off x="891587" y="2901475"/>
            <a:ext cx="38751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3800" spcFirstLastPara="1" rIns="1380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Arial"/>
              <a:buNone/>
            </a:pPr>
            <a:r>
              <a:rPr b="1" lang="ru-RU" sz="131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r>
              <a:rPr b="1" lang="ru-RU" sz="131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. </a:t>
            </a:r>
            <a:r>
              <a:rPr lang="ru-RU" sz="131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Рассмотреть возможность переработки структуры слайдов</a:t>
            </a:r>
            <a:endParaRPr b="1" sz="1310">
              <a:solidFill>
                <a:srgbClr val="6C757D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58" name="Google Shape;358;g3e3c2cd4144_0_412"/>
          <p:cNvSpPr/>
          <p:nvPr/>
        </p:nvSpPr>
        <p:spPr>
          <a:xfrm>
            <a:off x="4851580" y="2992116"/>
            <a:ext cx="989700" cy="414300"/>
          </a:xfrm>
          <a:prstGeom prst="roundRect">
            <a:avLst>
              <a:gd fmla="val 50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63025" lIns="126075" spcFirstLastPara="1" rIns="126075" wrap="square" tIns="63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e3c2cd4144_0_412"/>
          <p:cNvSpPr txBox="1"/>
          <p:nvPr/>
        </p:nvSpPr>
        <p:spPr>
          <a:xfrm>
            <a:off x="4851580" y="2992116"/>
            <a:ext cx="9897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900" spcFirstLastPara="1" rIns="69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4"/>
              <a:buFont typeface="Arial"/>
              <a:buNone/>
            </a:pPr>
            <a:r>
              <a:rPr b="1" i="0" lang="ru-RU" sz="1034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сл. </a:t>
            </a:r>
            <a:r>
              <a:rPr b="1" lang="ru-RU" sz="1034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?</a:t>
            </a:r>
            <a:endParaRPr sz="1931"/>
          </a:p>
        </p:txBody>
      </p:sp>
      <p:sp>
        <p:nvSpPr>
          <p:cNvPr id="360" name="Google Shape;360;g3e3c2cd4144_0_412"/>
          <p:cNvSpPr txBox="1"/>
          <p:nvPr>
            <p:ph idx="1" type="body"/>
          </p:nvPr>
        </p:nvSpPr>
        <p:spPr>
          <a:xfrm>
            <a:off x="914700" y="4066225"/>
            <a:ext cx="731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/>
              <a:t>Данные изменения могут быть сделаны к 28-30 мая 2026.</a:t>
            </a:r>
            <a:endParaRPr sz="19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3c3025e38_0_0"/>
          <p:cNvSpPr txBox="1"/>
          <p:nvPr>
            <p:ph type="title"/>
          </p:nvPr>
        </p:nvSpPr>
        <p:spPr>
          <a:xfrm>
            <a:off x="670475" y="306425"/>
            <a:ext cx="6611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SemiBold"/>
              <a:buNone/>
            </a:pPr>
            <a:r>
              <a:rPr lang="ru-RU" sz="3000"/>
              <a:t>Оценка рецензента</a:t>
            </a:r>
            <a:endParaRPr/>
          </a:p>
        </p:txBody>
      </p:sp>
      <p:sp>
        <p:nvSpPr>
          <p:cNvPr id="367" name="Google Shape;367;g3e3c3025e38_0_0"/>
          <p:cNvSpPr txBox="1"/>
          <p:nvPr/>
        </p:nvSpPr>
        <p:spPr>
          <a:xfrm>
            <a:off x="8722700" y="4616250"/>
            <a:ext cx="33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7</a:t>
            </a:r>
            <a:endParaRPr b="0" i="0" sz="20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368" name="Google Shape;368;g3e3c3025e38_0_0"/>
          <p:cNvSpPr txBox="1"/>
          <p:nvPr>
            <p:ph idx="1" type="body"/>
          </p:nvPr>
        </p:nvSpPr>
        <p:spPr>
          <a:xfrm>
            <a:off x="670475" y="1216625"/>
            <a:ext cx="7915500" cy="25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/>
              <a:t>&lt;</a:t>
            </a:r>
            <a:r>
              <a:rPr lang="ru-RU" sz="1900"/>
              <a:t>&lt;КАТАСТРОФА на предзащите – ПРЕДОТВРАЩЕНА!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/>
              <a:t>Некачественные слайды ГОДАМИ протекали через предзащиту. Предыдущие студенты знали. Молчали. Мы пришли. Посмотрели. ИСПРАВИЛИ. Лучшая презентация в истории. ПЕЧАЛЬНО, что это продолжалось так долго!&gt;&gt;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/>
              <a:t>— Дональд Джон Трамп, 45-й и 47-й президент США</a:t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"/>
          <p:cNvSpPr txBox="1"/>
          <p:nvPr>
            <p:ph type="title"/>
          </p:nvPr>
        </p:nvSpPr>
        <p:spPr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